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2" r:id="rId5"/>
    <p:sldId id="263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8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onel Tissot Bez" userId="8343dc45-6a33-420e-ae56-b79add98a48c" providerId="ADAL" clId="{75988B60-5D6A-4872-BF06-6EAD0B98B84D}"/>
    <pc:docChg chg="undo custSel addSld delSld modSld">
      <pc:chgData name="Lionel Tissot Bez" userId="8343dc45-6a33-420e-ae56-b79add98a48c" providerId="ADAL" clId="{75988B60-5D6A-4872-BF06-6EAD0B98B84D}" dt="2025-10-20T10:00:40.023" v="775" actId="14100"/>
      <pc:docMkLst>
        <pc:docMk/>
      </pc:docMkLst>
      <pc:sldChg chg="del">
        <pc:chgData name="Lionel Tissot Bez" userId="8343dc45-6a33-420e-ae56-b79add98a48c" providerId="ADAL" clId="{75988B60-5D6A-4872-BF06-6EAD0B98B84D}" dt="2025-10-16T13:42:27.064" v="0" actId="2696"/>
        <pc:sldMkLst>
          <pc:docMk/>
          <pc:sldMk cId="0" sldId="256"/>
        </pc:sldMkLst>
      </pc:sldChg>
      <pc:sldChg chg="addSp modSp mod">
        <pc:chgData name="Lionel Tissot Bez" userId="8343dc45-6a33-420e-ae56-b79add98a48c" providerId="ADAL" clId="{75988B60-5D6A-4872-BF06-6EAD0B98B84D}" dt="2025-10-16T13:44:31.510" v="177" actId="20577"/>
        <pc:sldMkLst>
          <pc:docMk/>
          <pc:sldMk cId="1579310066" sldId="262"/>
        </pc:sldMkLst>
        <pc:spChg chg="add mod">
          <ac:chgData name="Lionel Tissot Bez" userId="8343dc45-6a33-420e-ae56-b79add98a48c" providerId="ADAL" clId="{75988B60-5D6A-4872-BF06-6EAD0B98B84D}" dt="2025-10-16T13:44:31.510" v="177" actId="20577"/>
          <ac:spMkLst>
            <pc:docMk/>
            <pc:sldMk cId="1579310066" sldId="262"/>
            <ac:spMk id="4" creationId="{30CBD8B2-187C-4B08-9CDF-DAFD146F0958}"/>
          </ac:spMkLst>
        </pc:spChg>
      </pc:sldChg>
      <pc:sldChg chg="addSp delSp modSp add mod">
        <pc:chgData name="Lionel Tissot Bez" userId="8343dc45-6a33-420e-ae56-b79add98a48c" providerId="ADAL" clId="{75988B60-5D6A-4872-BF06-6EAD0B98B84D}" dt="2025-10-20T10:00:40.023" v="775" actId="14100"/>
        <pc:sldMkLst>
          <pc:docMk/>
          <pc:sldMk cId="2568891014" sldId="263"/>
        </pc:sldMkLst>
        <pc:spChg chg="mod">
          <ac:chgData name="Lionel Tissot Bez" userId="8343dc45-6a33-420e-ae56-b79add98a48c" providerId="ADAL" clId="{75988B60-5D6A-4872-BF06-6EAD0B98B84D}" dt="2025-10-20T09:40:56.490" v="307" actId="1076"/>
          <ac:spMkLst>
            <pc:docMk/>
            <pc:sldMk cId="2568891014" sldId="263"/>
            <ac:spMk id="4" creationId="{30CBD8B2-187C-4B08-9CDF-DAFD146F0958}"/>
          </ac:spMkLst>
        </pc:spChg>
        <pc:spChg chg="add del mod">
          <ac:chgData name="Lionel Tissot Bez" userId="8343dc45-6a33-420e-ae56-b79add98a48c" providerId="ADAL" clId="{75988B60-5D6A-4872-BF06-6EAD0B98B84D}" dt="2025-10-20T09:49:45.776" v="675"/>
          <ac:spMkLst>
            <pc:docMk/>
            <pc:sldMk cId="2568891014" sldId="263"/>
            <ac:spMk id="12" creationId="{39CAF1BD-B4CA-4630-A95B-EA3EB03BD661}"/>
          </ac:spMkLst>
        </pc:spChg>
        <pc:spChg chg="add mod">
          <ac:chgData name="Lionel Tissot Bez" userId="8343dc45-6a33-420e-ae56-b79add98a48c" providerId="ADAL" clId="{75988B60-5D6A-4872-BF06-6EAD0B98B84D}" dt="2025-10-20T09:49:56.741" v="677" actId="1076"/>
          <ac:spMkLst>
            <pc:docMk/>
            <pc:sldMk cId="2568891014" sldId="263"/>
            <ac:spMk id="13" creationId="{87C66248-E584-4DB2-8660-C1AA5EB2FE1B}"/>
          </ac:spMkLst>
        </pc:spChg>
        <pc:spChg chg="add mod">
          <ac:chgData name="Lionel Tissot Bez" userId="8343dc45-6a33-420e-ae56-b79add98a48c" providerId="ADAL" clId="{75988B60-5D6A-4872-BF06-6EAD0B98B84D}" dt="2025-10-20T09:58:40.021" v="745" actId="14100"/>
          <ac:spMkLst>
            <pc:docMk/>
            <pc:sldMk cId="2568891014" sldId="263"/>
            <ac:spMk id="16" creationId="{317C2349-3F3B-476E-88F8-121098F106C6}"/>
          </ac:spMkLst>
        </pc:spChg>
        <pc:spChg chg="del">
          <ac:chgData name="Lionel Tissot Bez" userId="8343dc45-6a33-420e-ae56-b79add98a48c" providerId="ADAL" clId="{75988B60-5D6A-4872-BF06-6EAD0B98B84D}" dt="2025-10-20T09:59:36.307" v="770" actId="478"/>
          <ac:spMkLst>
            <pc:docMk/>
            <pc:sldMk cId="2568891014" sldId="263"/>
            <ac:spMk id="25" creationId="{4A874E67-EEA1-4256-BE16-DF27A5335562}"/>
          </ac:spMkLst>
        </pc:spChg>
        <pc:spChg chg="del">
          <ac:chgData name="Lionel Tissot Bez" userId="8343dc45-6a33-420e-ae56-b79add98a48c" providerId="ADAL" clId="{75988B60-5D6A-4872-BF06-6EAD0B98B84D}" dt="2025-10-20T09:59:35.556" v="769" actId="478"/>
          <ac:spMkLst>
            <pc:docMk/>
            <pc:sldMk cId="2568891014" sldId="263"/>
            <ac:spMk id="26" creationId="{D5E03460-E16C-43A4-B1FB-598C1F96F6EA}"/>
          </ac:spMkLst>
        </pc:spChg>
        <pc:spChg chg="del">
          <ac:chgData name="Lionel Tissot Bez" userId="8343dc45-6a33-420e-ae56-b79add98a48c" providerId="ADAL" clId="{75988B60-5D6A-4872-BF06-6EAD0B98B84D}" dt="2025-10-20T09:59:34.571" v="768" actId="478"/>
          <ac:spMkLst>
            <pc:docMk/>
            <pc:sldMk cId="2568891014" sldId="263"/>
            <ac:spMk id="27" creationId="{AEC301A5-760D-46EE-91DE-C6319C6900E8}"/>
          </ac:spMkLst>
        </pc:spChg>
        <pc:spChg chg="del">
          <ac:chgData name="Lionel Tissot Bez" userId="8343dc45-6a33-420e-ae56-b79add98a48c" providerId="ADAL" clId="{75988B60-5D6A-4872-BF06-6EAD0B98B84D}" dt="2025-10-20T09:59:33.623" v="767" actId="478"/>
          <ac:spMkLst>
            <pc:docMk/>
            <pc:sldMk cId="2568891014" sldId="263"/>
            <ac:spMk id="28" creationId="{065D91A6-9B77-43ED-BCEB-084CD4923DAA}"/>
          </ac:spMkLst>
        </pc:spChg>
        <pc:spChg chg="del">
          <ac:chgData name="Lionel Tissot Bez" userId="8343dc45-6a33-420e-ae56-b79add98a48c" providerId="ADAL" clId="{75988B60-5D6A-4872-BF06-6EAD0B98B84D}" dt="2025-10-20T09:59:32.340" v="766" actId="478"/>
          <ac:spMkLst>
            <pc:docMk/>
            <pc:sldMk cId="2568891014" sldId="263"/>
            <ac:spMk id="29" creationId="{D2DBF1CD-4874-47A3-B70D-779C3BFFE2B7}"/>
          </ac:spMkLst>
        </pc:spChg>
        <pc:spChg chg="del">
          <ac:chgData name="Lionel Tissot Bez" userId="8343dc45-6a33-420e-ae56-b79add98a48c" providerId="ADAL" clId="{75988B60-5D6A-4872-BF06-6EAD0B98B84D}" dt="2025-10-20T09:59:31.134" v="765" actId="478"/>
          <ac:spMkLst>
            <pc:docMk/>
            <pc:sldMk cId="2568891014" sldId="263"/>
            <ac:spMk id="30" creationId="{0A1BD86B-E55C-4251-B339-09965DFA3CB0}"/>
          </ac:spMkLst>
        </pc:spChg>
        <pc:spChg chg="del">
          <ac:chgData name="Lionel Tissot Bez" userId="8343dc45-6a33-420e-ae56-b79add98a48c" providerId="ADAL" clId="{75988B60-5D6A-4872-BF06-6EAD0B98B84D}" dt="2025-10-20T09:59:29.609" v="764" actId="478"/>
          <ac:spMkLst>
            <pc:docMk/>
            <pc:sldMk cId="2568891014" sldId="263"/>
            <ac:spMk id="31" creationId="{09680B80-421B-4D00-B411-87E681D2B1EC}"/>
          </ac:spMkLst>
        </pc:spChg>
        <pc:spChg chg="del">
          <ac:chgData name="Lionel Tissot Bez" userId="8343dc45-6a33-420e-ae56-b79add98a48c" providerId="ADAL" clId="{75988B60-5D6A-4872-BF06-6EAD0B98B84D}" dt="2025-10-20T09:59:38.506" v="772" actId="478"/>
          <ac:spMkLst>
            <pc:docMk/>
            <pc:sldMk cId="2568891014" sldId="263"/>
            <ac:spMk id="32" creationId="{0275F874-92C0-410A-8FBE-60092165DDCB}"/>
          </ac:spMkLst>
        </pc:spChg>
        <pc:spChg chg="del">
          <ac:chgData name="Lionel Tissot Bez" userId="8343dc45-6a33-420e-ae56-b79add98a48c" providerId="ADAL" clId="{75988B60-5D6A-4872-BF06-6EAD0B98B84D}" dt="2025-10-20T09:59:37.727" v="771" actId="478"/>
          <ac:spMkLst>
            <pc:docMk/>
            <pc:sldMk cId="2568891014" sldId="263"/>
            <ac:spMk id="33" creationId="{07BA8E2B-00CE-46CB-8FFC-948DB0907F75}"/>
          </ac:spMkLst>
        </pc:spChg>
        <pc:spChg chg="del">
          <ac:chgData name="Lionel Tissot Bez" userId="8343dc45-6a33-420e-ae56-b79add98a48c" providerId="ADAL" clId="{75988B60-5D6A-4872-BF06-6EAD0B98B84D}" dt="2025-10-20T09:27:26.030" v="289" actId="478"/>
          <ac:spMkLst>
            <pc:docMk/>
            <pc:sldMk cId="2568891014" sldId="263"/>
            <ac:spMk id="34" creationId="{D20F1EC2-4D32-479B-87FB-1E91914B1D67}"/>
          </ac:spMkLst>
        </pc:spChg>
        <pc:spChg chg="add del mod">
          <ac:chgData name="Lionel Tissot Bez" userId="8343dc45-6a33-420e-ae56-b79add98a48c" providerId="ADAL" clId="{75988B60-5D6A-4872-BF06-6EAD0B98B84D}" dt="2025-10-20T09:54:55.848" v="691" actId="478"/>
          <ac:spMkLst>
            <pc:docMk/>
            <pc:sldMk cId="2568891014" sldId="263"/>
            <ac:spMk id="37" creationId="{01C5BBF9-56F3-4A75-BA61-5E75567D9A1F}"/>
          </ac:spMkLst>
        </pc:spChg>
        <pc:spChg chg="add mod">
          <ac:chgData name="Lionel Tissot Bez" userId="8343dc45-6a33-420e-ae56-b79add98a48c" providerId="ADAL" clId="{75988B60-5D6A-4872-BF06-6EAD0B98B84D}" dt="2025-10-20T09:58:44.705" v="747" actId="1076"/>
          <ac:spMkLst>
            <pc:docMk/>
            <pc:sldMk cId="2568891014" sldId="263"/>
            <ac:spMk id="38" creationId="{1BE14513-E189-4A13-925C-0E6FA03A2C10}"/>
          </ac:spMkLst>
        </pc:spChg>
        <pc:spChg chg="add mod">
          <ac:chgData name="Lionel Tissot Bez" userId="8343dc45-6a33-420e-ae56-b79add98a48c" providerId="ADAL" clId="{75988B60-5D6A-4872-BF06-6EAD0B98B84D}" dt="2025-10-20T09:58:54.439" v="750" actId="14100"/>
          <ac:spMkLst>
            <pc:docMk/>
            <pc:sldMk cId="2568891014" sldId="263"/>
            <ac:spMk id="39" creationId="{6D13492F-4438-4EEB-856D-5F287199C179}"/>
          </ac:spMkLst>
        </pc:spChg>
        <pc:spChg chg="add mod">
          <ac:chgData name="Lionel Tissot Bez" userId="8343dc45-6a33-420e-ae56-b79add98a48c" providerId="ADAL" clId="{75988B60-5D6A-4872-BF06-6EAD0B98B84D}" dt="2025-10-20T09:59:20.693" v="763" actId="1037"/>
          <ac:spMkLst>
            <pc:docMk/>
            <pc:sldMk cId="2568891014" sldId="263"/>
            <ac:spMk id="40" creationId="{8A8D42D4-5046-4225-B595-9287E18453B2}"/>
          </ac:spMkLst>
        </pc:spChg>
        <pc:graphicFrameChg chg="del">
          <ac:chgData name="Lionel Tissot Bez" userId="8343dc45-6a33-420e-ae56-b79add98a48c" providerId="ADAL" clId="{75988B60-5D6A-4872-BF06-6EAD0B98B84D}" dt="2025-10-20T09:27:15.782" v="286" actId="478"/>
          <ac:graphicFrameMkLst>
            <pc:docMk/>
            <pc:sldMk cId="2568891014" sldId="263"/>
            <ac:graphicFrameMk id="3" creationId="{114F71F1-444E-4CB5-9AD0-E81CBB782336}"/>
          </ac:graphicFrameMkLst>
        </pc:graphicFrameChg>
        <pc:graphicFrameChg chg="add del">
          <ac:chgData name="Lionel Tissot Bez" userId="8343dc45-6a33-420e-ae56-b79add98a48c" providerId="ADAL" clId="{75988B60-5D6A-4872-BF06-6EAD0B98B84D}" dt="2025-10-20T08:57:11.980" v="181" actId="478"/>
          <ac:graphicFrameMkLst>
            <pc:docMk/>
            <pc:sldMk cId="2568891014" sldId="263"/>
            <ac:graphicFrameMk id="6" creationId="{CC5C0207-30F0-4034-B9F8-C76D4ED0D113}"/>
          </ac:graphicFrameMkLst>
        </pc:graphicFrameChg>
        <pc:graphicFrameChg chg="add del">
          <ac:chgData name="Lionel Tissot Bez" userId="8343dc45-6a33-420e-ae56-b79add98a48c" providerId="ADAL" clId="{75988B60-5D6A-4872-BF06-6EAD0B98B84D}" dt="2025-10-20T09:25:36.458" v="275" actId="478"/>
          <ac:graphicFrameMkLst>
            <pc:docMk/>
            <pc:sldMk cId="2568891014" sldId="263"/>
            <ac:graphicFrameMk id="7" creationId="{46F62E1F-B6F7-4616-9E56-F040D290A59F}"/>
          </ac:graphicFrameMkLst>
        </pc:graphicFrameChg>
        <pc:graphicFrameChg chg="mod modGraphic">
          <ac:chgData name="Lionel Tissot Bez" userId="8343dc45-6a33-420e-ae56-b79add98a48c" providerId="ADAL" clId="{75988B60-5D6A-4872-BF06-6EAD0B98B84D}" dt="2025-10-20T09:54:36.159" v="689" actId="2061"/>
          <ac:graphicFrameMkLst>
            <pc:docMk/>
            <pc:sldMk cId="2568891014" sldId="263"/>
            <ac:graphicFrameMk id="9" creationId="{B75CB6E4-363D-4C95-95FA-4A1B0BF902A3}"/>
          </ac:graphicFrameMkLst>
        </pc:graphicFrameChg>
        <pc:graphicFrameChg chg="add del">
          <ac:chgData name="Lionel Tissot Bez" userId="8343dc45-6a33-420e-ae56-b79add98a48c" providerId="ADAL" clId="{75988B60-5D6A-4872-BF06-6EAD0B98B84D}" dt="2025-10-20T09:25:48.916" v="277" actId="478"/>
          <ac:graphicFrameMkLst>
            <pc:docMk/>
            <pc:sldMk cId="2568891014" sldId="263"/>
            <ac:graphicFrameMk id="10" creationId="{4D93E74F-A51E-42D5-922A-CA0D462246A9}"/>
          </ac:graphicFrameMkLst>
        </pc:graphicFrameChg>
        <pc:graphicFrameChg chg="add mod modGraphic">
          <ac:chgData name="Lionel Tissot Bez" userId="8343dc45-6a33-420e-ae56-b79add98a48c" providerId="ADAL" clId="{75988B60-5D6A-4872-BF06-6EAD0B98B84D}" dt="2025-10-20T09:55:07.366" v="693" actId="113"/>
          <ac:graphicFrameMkLst>
            <pc:docMk/>
            <pc:sldMk cId="2568891014" sldId="263"/>
            <ac:graphicFrameMk id="35" creationId="{7C42B0DF-0505-4BB9-9DEF-995316782936}"/>
          </ac:graphicFrameMkLst>
        </pc:graphicFrameChg>
        <pc:cxnChg chg="mod">
          <ac:chgData name="Lionel Tissot Bez" userId="8343dc45-6a33-420e-ae56-b79add98a48c" providerId="ADAL" clId="{75988B60-5D6A-4872-BF06-6EAD0B98B84D}" dt="2025-10-20T10:00:40.023" v="775" actId="14100"/>
          <ac:cxnSpMkLst>
            <pc:docMk/>
            <pc:sldMk cId="2568891014" sldId="263"/>
            <ac:cxnSpMk id="5" creationId="{BF66B7EA-CB95-4A7A-BBB1-2F1D99A1D12F}"/>
          </ac:cxnSpMkLst>
        </pc:cxnChg>
        <pc:cxnChg chg="mod ord">
          <ac:chgData name="Lionel Tissot Bez" userId="8343dc45-6a33-420e-ae56-b79add98a48c" providerId="ADAL" clId="{75988B60-5D6A-4872-BF06-6EAD0B98B84D}" dt="2025-10-20T09:59:00.842" v="752" actId="14100"/>
          <ac:cxnSpMkLst>
            <pc:docMk/>
            <pc:sldMk cId="2568891014" sldId="263"/>
            <ac:cxnSpMk id="8" creationId="{AC4A68AD-BE43-4DDC-80E8-F0A655A9E5B4}"/>
          </ac:cxnSpMkLst>
        </pc:cxnChg>
        <pc:cxnChg chg="del">
          <ac:chgData name="Lionel Tissot Bez" userId="8343dc45-6a33-420e-ae56-b79add98a48c" providerId="ADAL" clId="{75988B60-5D6A-4872-BF06-6EAD0B98B84D}" dt="2025-10-20T09:55:16.412" v="696" actId="478"/>
          <ac:cxnSpMkLst>
            <pc:docMk/>
            <pc:sldMk cId="2568891014" sldId="263"/>
            <ac:cxnSpMk id="17" creationId="{DD2DCCA8-9305-4F4A-9840-E6E5DA5BD69C}"/>
          </ac:cxnSpMkLst>
        </pc:cxnChg>
        <pc:cxnChg chg="del">
          <ac:chgData name="Lionel Tissot Bez" userId="8343dc45-6a33-420e-ae56-b79add98a48c" providerId="ADAL" clId="{75988B60-5D6A-4872-BF06-6EAD0B98B84D}" dt="2025-10-20T09:55:11.687" v="694" actId="478"/>
          <ac:cxnSpMkLst>
            <pc:docMk/>
            <pc:sldMk cId="2568891014" sldId="263"/>
            <ac:cxnSpMk id="19" creationId="{D7189FA1-DE61-4E46-8FFC-D971A8D645B8}"/>
          </ac:cxnSpMkLst>
        </pc:cxnChg>
        <pc:cxnChg chg="del">
          <ac:chgData name="Lionel Tissot Bez" userId="8343dc45-6a33-420e-ae56-b79add98a48c" providerId="ADAL" clId="{75988B60-5D6A-4872-BF06-6EAD0B98B84D}" dt="2025-10-20T09:55:15.462" v="695" actId="478"/>
          <ac:cxnSpMkLst>
            <pc:docMk/>
            <pc:sldMk cId="2568891014" sldId="263"/>
            <ac:cxnSpMk id="22" creationId="{57B3DD97-CE0E-428A-A991-C1416F69266E}"/>
          </ac:cxnSpMkLst>
        </pc:cxnChg>
        <pc:cxnChg chg="del">
          <ac:chgData name="Lionel Tissot Bez" userId="8343dc45-6a33-420e-ae56-b79add98a48c" providerId="ADAL" clId="{75988B60-5D6A-4872-BF06-6EAD0B98B84D}" dt="2025-10-20T09:00:13.856" v="206" actId="478"/>
          <ac:cxnSpMkLst>
            <pc:docMk/>
            <pc:sldMk cId="2568891014" sldId="263"/>
            <ac:cxnSpMk id="23" creationId="{78E434D8-7D20-47AD-BA87-4CF3B0974865}"/>
          </ac:cxnSpMkLst>
        </pc:cxnChg>
        <pc:cxnChg chg="add del mod">
          <ac:chgData name="Lionel Tissot Bez" userId="8343dc45-6a33-420e-ae56-b79add98a48c" providerId="ADAL" clId="{75988B60-5D6A-4872-BF06-6EAD0B98B84D}" dt="2025-10-20T09:54:29.314" v="688" actId="478"/>
          <ac:cxnSpMkLst>
            <pc:docMk/>
            <pc:sldMk cId="2568891014" sldId="263"/>
            <ac:cxnSpMk id="36" creationId="{397E36D5-DE85-403B-9B25-10724037558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6a6a287-4827-4503-b594-43429d5987af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79" y="216584"/>
            <a:ext cx="8496102" cy="6372077"/>
          </a:xfrm>
          <a:prstGeom prst="rect">
            <a:avLst/>
          </a:prstGeom>
        </p:spPr>
      </p:pic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114F71F1-444E-4CB5-9AD0-E81CBB7823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044681"/>
              </p:ext>
            </p:extLst>
          </p:nvPr>
        </p:nvGraphicFramePr>
        <p:xfrm>
          <a:off x="3613639" y="2388932"/>
          <a:ext cx="2189284" cy="47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346">
                  <a:extLst>
                    <a:ext uri="{9D8B030D-6E8A-4147-A177-3AD203B41FA5}">
                      <a16:colId xmlns:a16="http://schemas.microsoft.com/office/drawing/2014/main" val="3312946625"/>
                    </a:ext>
                  </a:extLst>
                </a:gridCol>
                <a:gridCol w="1441938">
                  <a:extLst>
                    <a:ext uri="{9D8B030D-6E8A-4147-A177-3AD203B41FA5}">
                      <a16:colId xmlns:a16="http://schemas.microsoft.com/office/drawing/2014/main" val="926682573"/>
                    </a:ext>
                  </a:extLst>
                </a:gridCol>
              </a:tblGrid>
              <a:tr h="197923">
                <a:tc>
                  <a:txBody>
                    <a:bodyPr/>
                    <a:lstStyle/>
                    <a:p>
                      <a:r>
                        <a:rPr lang="fr-FR" sz="1050" dirty="0"/>
                        <a:t>UR N°04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Fenêtre 2 – Mur B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74432"/>
                  </a:ext>
                </a:extLst>
              </a:tr>
              <a:tr h="252122">
                <a:tc gridSpan="2">
                  <a:txBody>
                    <a:bodyPr/>
                    <a:lstStyle/>
                    <a:p>
                      <a:pPr algn="ctr"/>
                      <a:r>
                        <a:rPr lang="fr-FR" sz="1050" b="1" dirty="0">
                          <a:solidFill>
                            <a:srgbClr val="00B050"/>
                          </a:solidFill>
                        </a:rPr>
                        <a:t>0,6 mg/cm²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050" b="1" dirty="0"/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7129"/>
                  </a:ext>
                </a:extLst>
              </a:tr>
            </a:tbl>
          </a:graphicData>
        </a:graphic>
      </p:graphicFrame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BF66B7EA-CB95-4A7A-BBB1-2F1D99A1D12F}"/>
              </a:ext>
            </a:extLst>
          </p:cNvPr>
          <p:cNvCxnSpPr>
            <a:cxnSpLocks/>
          </p:cNvCxnSpPr>
          <p:nvPr/>
        </p:nvCxnSpPr>
        <p:spPr>
          <a:xfrm flipH="1" flipV="1">
            <a:off x="3455378" y="1143001"/>
            <a:ext cx="430822" cy="124593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C4A68AD-BE43-4DDC-80E8-F0A655A9E5B4}"/>
              </a:ext>
            </a:extLst>
          </p:cNvPr>
          <p:cNvCxnSpPr>
            <a:cxnSpLocks/>
          </p:cNvCxnSpPr>
          <p:nvPr/>
        </p:nvCxnSpPr>
        <p:spPr>
          <a:xfrm flipH="1" flipV="1">
            <a:off x="3235569" y="3103685"/>
            <a:ext cx="749543" cy="16012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B75CB6E4-363D-4C95-95FA-4A1B0BF90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164371"/>
              </p:ext>
            </p:extLst>
          </p:nvPr>
        </p:nvGraphicFramePr>
        <p:xfrm>
          <a:off x="2875084" y="4704975"/>
          <a:ext cx="2198077" cy="476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969">
                  <a:extLst>
                    <a:ext uri="{9D8B030D-6E8A-4147-A177-3AD203B41FA5}">
                      <a16:colId xmlns:a16="http://schemas.microsoft.com/office/drawing/2014/main" val="3312946625"/>
                    </a:ext>
                  </a:extLst>
                </a:gridCol>
                <a:gridCol w="1477108">
                  <a:extLst>
                    <a:ext uri="{9D8B030D-6E8A-4147-A177-3AD203B41FA5}">
                      <a16:colId xmlns:a16="http://schemas.microsoft.com/office/drawing/2014/main" val="926682573"/>
                    </a:ext>
                  </a:extLst>
                </a:gridCol>
              </a:tblGrid>
              <a:tr h="197923">
                <a:tc>
                  <a:txBody>
                    <a:bodyPr/>
                    <a:lstStyle/>
                    <a:p>
                      <a:r>
                        <a:rPr lang="fr-FR" sz="1050" dirty="0"/>
                        <a:t>UR N°12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dirty="0"/>
                        <a:t>Allège bois peinture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74432"/>
                  </a:ext>
                </a:extLst>
              </a:tr>
              <a:tr h="252122">
                <a:tc gridSpan="2">
                  <a:txBody>
                    <a:bodyPr/>
                    <a:lstStyle/>
                    <a:p>
                      <a:pPr algn="ctr"/>
                      <a:r>
                        <a:rPr lang="fr-FR" sz="1050" b="1" dirty="0">
                          <a:solidFill>
                            <a:srgbClr val="FF0000"/>
                          </a:solidFill>
                        </a:rPr>
                        <a:t>4,6 mg/cm²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 sz="1050" b="1" dirty="0"/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7129"/>
                  </a:ext>
                </a:extLst>
              </a:tr>
            </a:tbl>
          </a:graphicData>
        </a:graphic>
      </p:graphicFrame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DD2DCCA8-9305-4F4A-9840-E6E5DA5BD69C}"/>
              </a:ext>
            </a:extLst>
          </p:cNvPr>
          <p:cNvCxnSpPr>
            <a:cxnSpLocks/>
          </p:cNvCxnSpPr>
          <p:nvPr/>
        </p:nvCxnSpPr>
        <p:spPr>
          <a:xfrm flipV="1">
            <a:off x="2286000" y="3103685"/>
            <a:ext cx="0" cy="58029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D7189FA1-DE61-4E46-8FFC-D971A8D645B8}"/>
              </a:ext>
            </a:extLst>
          </p:cNvPr>
          <p:cNvCxnSpPr>
            <a:cxnSpLocks/>
          </p:cNvCxnSpPr>
          <p:nvPr/>
        </p:nvCxnSpPr>
        <p:spPr>
          <a:xfrm flipH="1">
            <a:off x="2286000" y="3103685"/>
            <a:ext cx="125730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57B3DD97-CE0E-428A-A991-C1416F69266E}"/>
              </a:ext>
            </a:extLst>
          </p:cNvPr>
          <p:cNvCxnSpPr>
            <a:cxnSpLocks/>
          </p:cNvCxnSpPr>
          <p:nvPr/>
        </p:nvCxnSpPr>
        <p:spPr>
          <a:xfrm flipV="1">
            <a:off x="3528646" y="3103685"/>
            <a:ext cx="0" cy="58029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8E434D8-7D20-47AD-BA87-4CF3B0974865}"/>
              </a:ext>
            </a:extLst>
          </p:cNvPr>
          <p:cNvCxnSpPr>
            <a:cxnSpLocks/>
          </p:cNvCxnSpPr>
          <p:nvPr/>
        </p:nvCxnSpPr>
        <p:spPr>
          <a:xfrm flipH="1">
            <a:off x="2982155" y="5032131"/>
            <a:ext cx="546491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A874E67-EEA1-4256-BE16-DF27A5335562}"/>
              </a:ext>
            </a:extLst>
          </p:cNvPr>
          <p:cNvSpPr/>
          <p:nvPr/>
        </p:nvSpPr>
        <p:spPr>
          <a:xfrm>
            <a:off x="3235569" y="1019907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E03460-E16C-43A4-B1FB-598C1F96F6EA}"/>
              </a:ext>
            </a:extLst>
          </p:cNvPr>
          <p:cNvSpPr/>
          <p:nvPr/>
        </p:nvSpPr>
        <p:spPr>
          <a:xfrm>
            <a:off x="2914650" y="1019908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C301A5-760D-46EE-91DE-C6319C6900E8}"/>
              </a:ext>
            </a:extLst>
          </p:cNvPr>
          <p:cNvSpPr/>
          <p:nvPr/>
        </p:nvSpPr>
        <p:spPr>
          <a:xfrm>
            <a:off x="2606919" y="1019908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5D91A6-9B77-43ED-BCEB-084CD4923DAA}"/>
              </a:ext>
            </a:extLst>
          </p:cNvPr>
          <p:cNvSpPr/>
          <p:nvPr/>
        </p:nvSpPr>
        <p:spPr>
          <a:xfrm>
            <a:off x="2277208" y="1016976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DBF1CD-4874-47A3-B70D-779C3BFFE2B7}"/>
              </a:ext>
            </a:extLst>
          </p:cNvPr>
          <p:cNvSpPr/>
          <p:nvPr/>
        </p:nvSpPr>
        <p:spPr>
          <a:xfrm>
            <a:off x="1990357" y="1016976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1BD86B-E55C-4251-B339-09965DFA3CB0}"/>
              </a:ext>
            </a:extLst>
          </p:cNvPr>
          <p:cNvSpPr/>
          <p:nvPr/>
        </p:nvSpPr>
        <p:spPr>
          <a:xfrm>
            <a:off x="1666140" y="1019845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680B80-421B-4D00-B411-87E681D2B1EC}"/>
              </a:ext>
            </a:extLst>
          </p:cNvPr>
          <p:cNvSpPr/>
          <p:nvPr/>
        </p:nvSpPr>
        <p:spPr>
          <a:xfrm>
            <a:off x="1338628" y="1019906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75F874-92C0-410A-8FBE-60092165DDCB}"/>
              </a:ext>
            </a:extLst>
          </p:cNvPr>
          <p:cNvSpPr/>
          <p:nvPr/>
        </p:nvSpPr>
        <p:spPr>
          <a:xfrm>
            <a:off x="1022105" y="1016976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BA8E2B-00CE-46CB-8FFC-948DB0907F75}"/>
              </a:ext>
            </a:extLst>
          </p:cNvPr>
          <p:cNvSpPr/>
          <p:nvPr/>
        </p:nvSpPr>
        <p:spPr>
          <a:xfrm>
            <a:off x="714374" y="1022838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0F1EC2-4D32-479B-87FB-1E91914B1D67}"/>
              </a:ext>
            </a:extLst>
          </p:cNvPr>
          <p:cNvSpPr/>
          <p:nvPr/>
        </p:nvSpPr>
        <p:spPr>
          <a:xfrm>
            <a:off x="3831246" y="2680304"/>
            <a:ext cx="307731" cy="131885"/>
          </a:xfrm>
          <a:prstGeom prst="rect">
            <a:avLst/>
          </a:prstGeom>
          <a:noFill/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CBD8B2-187C-4B08-9CDF-DAFD146F0958}"/>
              </a:ext>
            </a:extLst>
          </p:cNvPr>
          <p:cNvSpPr txBox="1"/>
          <p:nvPr/>
        </p:nvSpPr>
        <p:spPr>
          <a:xfrm>
            <a:off x="4701033" y="2945313"/>
            <a:ext cx="39695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Dupliquez cette diapositive</a:t>
            </a:r>
          </a:p>
          <a:p>
            <a:r>
              <a:rPr lang="fr-FR" dirty="0"/>
              <a:t>Effacer le fond de plan exemple</a:t>
            </a:r>
          </a:p>
          <a:p>
            <a:r>
              <a:rPr lang="fr-FR" dirty="0"/>
              <a:t>Coller le nouveau plan</a:t>
            </a:r>
          </a:p>
          <a:p>
            <a:r>
              <a:rPr lang="fr-FR" dirty="0"/>
              <a:t>Passer le en arrière plan</a:t>
            </a:r>
          </a:p>
          <a:p>
            <a:r>
              <a:rPr lang="fr-FR" dirty="0"/>
              <a:t>Copier et Coller ces étiquettes au besoin</a:t>
            </a:r>
          </a:p>
        </p:txBody>
      </p:sp>
    </p:spTree>
    <p:extLst>
      <p:ext uri="{BB962C8B-B14F-4D97-AF65-F5344CB8AC3E}">
        <p14:creationId xmlns:p14="http://schemas.microsoft.com/office/powerpoint/2010/main" val="157931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6a6a287-4827-4503-b594-43429d5987af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79" y="216584"/>
            <a:ext cx="8496102" cy="6372077"/>
          </a:xfrm>
          <a:prstGeom prst="rect">
            <a:avLst/>
          </a:prstGeom>
        </p:spPr>
      </p:pic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BF66B7EA-CB95-4A7A-BBB1-2F1D99A1D12F}"/>
              </a:ext>
            </a:extLst>
          </p:cNvPr>
          <p:cNvCxnSpPr>
            <a:cxnSpLocks/>
          </p:cNvCxnSpPr>
          <p:nvPr/>
        </p:nvCxnSpPr>
        <p:spPr>
          <a:xfrm flipH="1" flipV="1">
            <a:off x="2920696" y="1357887"/>
            <a:ext cx="1023756" cy="580974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diamond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au 3">
            <a:extLst>
              <a:ext uri="{FF2B5EF4-FFF2-40B4-BE49-F238E27FC236}">
                <a16:creationId xmlns:a16="http://schemas.microsoft.com/office/drawing/2014/main" id="{B75CB6E4-363D-4C95-95FA-4A1B0BF90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702009"/>
              </p:ext>
            </p:extLst>
          </p:nvPr>
        </p:nvGraphicFramePr>
        <p:xfrm>
          <a:off x="2875085" y="4704976"/>
          <a:ext cx="1696916" cy="71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412">
                  <a:extLst>
                    <a:ext uri="{9D8B030D-6E8A-4147-A177-3AD203B41FA5}">
                      <a16:colId xmlns:a16="http://schemas.microsoft.com/office/drawing/2014/main" val="3312946625"/>
                    </a:ext>
                  </a:extLst>
                </a:gridCol>
                <a:gridCol w="481504">
                  <a:extLst>
                    <a:ext uri="{9D8B030D-6E8A-4147-A177-3AD203B41FA5}">
                      <a16:colId xmlns:a16="http://schemas.microsoft.com/office/drawing/2014/main" val="926682573"/>
                    </a:ext>
                  </a:extLst>
                </a:gridCol>
              </a:tblGrid>
              <a:tr h="168019">
                <a:tc gridSpan="2">
                  <a:txBody>
                    <a:bodyPr/>
                    <a:lstStyle/>
                    <a:p>
                      <a:r>
                        <a:rPr lang="fr-FR" sz="1050" dirty="0"/>
                        <a:t>Réf. MPCA : 002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fr-FR" sz="1050" dirty="0"/>
                        <a:t>Allège bois peinture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74432"/>
                  </a:ext>
                </a:extLst>
              </a:tr>
              <a:tr h="1394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rgbClr val="FF0000"/>
                          </a:solidFill>
                        </a:rPr>
                        <a:t>Sol plastique</a:t>
                      </a:r>
                    </a:p>
                  </a:txBody>
                  <a:tcPr marL="64359" marR="64359" marT="32180" marB="3218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rgbClr val="FF0000"/>
                          </a:solidFill>
                        </a:rPr>
                        <a:t>AC1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337832"/>
                  </a:ext>
                </a:extLst>
              </a:tr>
              <a:tr h="23078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rgbClr val="FF0000"/>
                          </a:solidFill>
                        </a:rPr>
                        <a:t>Dalle de sol 30x30 Grise + colle noire</a:t>
                      </a:r>
                    </a:p>
                  </a:txBody>
                  <a:tcPr marL="64359" marR="64359" marT="32180" marB="3218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 sz="1050" dirty="0"/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7129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30CBD8B2-187C-4B08-9CDF-DAFD146F0958}"/>
              </a:ext>
            </a:extLst>
          </p:cNvPr>
          <p:cNvSpPr txBox="1"/>
          <p:nvPr/>
        </p:nvSpPr>
        <p:spPr>
          <a:xfrm>
            <a:off x="4026018" y="2915785"/>
            <a:ext cx="39695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Dupliquez cette diapositive</a:t>
            </a:r>
          </a:p>
          <a:p>
            <a:r>
              <a:rPr lang="fr-FR" dirty="0"/>
              <a:t>Effacer le fond de plan exemple</a:t>
            </a:r>
          </a:p>
          <a:p>
            <a:r>
              <a:rPr lang="fr-FR" dirty="0"/>
              <a:t>Coller le nouveau plan</a:t>
            </a:r>
          </a:p>
          <a:p>
            <a:r>
              <a:rPr lang="fr-FR" dirty="0"/>
              <a:t>Passer le en arrière plan</a:t>
            </a:r>
          </a:p>
          <a:p>
            <a:r>
              <a:rPr lang="fr-FR" dirty="0"/>
              <a:t>Copier et Coller ces étiquettes au besoin</a:t>
            </a:r>
          </a:p>
        </p:txBody>
      </p:sp>
      <p:graphicFrame>
        <p:nvGraphicFramePr>
          <p:cNvPr id="35" name="Tableau 3">
            <a:extLst>
              <a:ext uri="{FF2B5EF4-FFF2-40B4-BE49-F238E27FC236}">
                <a16:creationId xmlns:a16="http://schemas.microsoft.com/office/drawing/2014/main" id="{7C42B0DF-0505-4BB9-9DEF-995316782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591631"/>
              </p:ext>
            </p:extLst>
          </p:nvPr>
        </p:nvGraphicFramePr>
        <p:xfrm>
          <a:off x="3944452" y="1913149"/>
          <a:ext cx="1838318" cy="68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691">
                  <a:extLst>
                    <a:ext uri="{9D8B030D-6E8A-4147-A177-3AD203B41FA5}">
                      <a16:colId xmlns:a16="http://schemas.microsoft.com/office/drawing/2014/main" val="3312946625"/>
                    </a:ext>
                  </a:extLst>
                </a:gridCol>
                <a:gridCol w="521627">
                  <a:extLst>
                    <a:ext uri="{9D8B030D-6E8A-4147-A177-3AD203B41FA5}">
                      <a16:colId xmlns:a16="http://schemas.microsoft.com/office/drawing/2014/main" val="926682573"/>
                    </a:ext>
                  </a:extLst>
                </a:gridCol>
              </a:tblGrid>
              <a:tr h="156430">
                <a:tc gridSpan="2">
                  <a:txBody>
                    <a:bodyPr/>
                    <a:lstStyle/>
                    <a:p>
                      <a:r>
                        <a:rPr lang="fr-FR" sz="800" dirty="0">
                          <a:solidFill>
                            <a:schemeClr val="bg1"/>
                          </a:solidFill>
                        </a:rPr>
                        <a:t>Réf. MPCA : 002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fr-FR" sz="1050" dirty="0"/>
                        <a:t>Allège bois peinture</a:t>
                      </a:r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8274432"/>
                  </a:ext>
                </a:extLst>
              </a:tr>
              <a:tr h="15643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Sol plastique</a:t>
                      </a:r>
                    </a:p>
                  </a:txBody>
                  <a:tcPr marL="64359" marR="64359" marT="32180" marB="32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solidFill>
                            <a:schemeClr val="tx1"/>
                          </a:solidFill>
                        </a:rPr>
                        <a:t>PAD</a:t>
                      </a:r>
                    </a:p>
                  </a:txBody>
                  <a:tcPr marL="64359" marR="64359" marT="32180" marB="32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337832"/>
                  </a:ext>
                </a:extLst>
              </a:tr>
              <a:tr h="243589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solidFill>
                            <a:schemeClr val="tx1"/>
                          </a:solidFill>
                        </a:rPr>
                        <a:t>Dalle de sol 30x30 Grise + colle noire</a:t>
                      </a:r>
                    </a:p>
                  </a:txBody>
                  <a:tcPr marL="64359" marR="64359" marT="32180" marB="321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 sz="1050" dirty="0"/>
                    </a:p>
                  </a:txBody>
                  <a:tcPr marL="64359" marR="64359" marT="32180" marB="321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7129"/>
                  </a:ext>
                </a:extLst>
              </a:tr>
            </a:tbl>
          </a:graphicData>
        </a:graphic>
      </p:graphicFrame>
      <p:sp>
        <p:nvSpPr>
          <p:cNvPr id="13" name="ZoneTexte 12">
            <a:extLst>
              <a:ext uri="{FF2B5EF4-FFF2-40B4-BE49-F238E27FC236}">
                <a16:creationId xmlns:a16="http://schemas.microsoft.com/office/drawing/2014/main" id="{87C66248-E584-4DB2-8660-C1AA5EB2FE1B}"/>
              </a:ext>
            </a:extLst>
          </p:cNvPr>
          <p:cNvSpPr txBox="1"/>
          <p:nvPr/>
        </p:nvSpPr>
        <p:spPr>
          <a:xfrm>
            <a:off x="7120965" y="4847196"/>
            <a:ext cx="1927131" cy="18928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sz="900" b="1" u="sng" dirty="0"/>
              <a:t>Légende :</a:t>
            </a:r>
          </a:p>
          <a:p>
            <a:r>
              <a:rPr lang="fr-FR" sz="900" dirty="0"/>
              <a:t>EP – Evaluation Périodique</a:t>
            </a:r>
          </a:p>
          <a:p>
            <a:r>
              <a:rPr lang="fr-FR" sz="900" dirty="0"/>
              <a:t>AC1 – Action corrective de 1</a:t>
            </a:r>
            <a:r>
              <a:rPr lang="fr-FR" sz="900" baseline="30000" dirty="0"/>
              <a:t>er</a:t>
            </a:r>
            <a:r>
              <a:rPr lang="fr-FR" sz="900" dirty="0"/>
              <a:t> niveau</a:t>
            </a:r>
          </a:p>
          <a:p>
            <a:r>
              <a:rPr lang="fr-FR" sz="900" dirty="0"/>
              <a:t>AC2 – Action corrective de 2</a:t>
            </a:r>
            <a:r>
              <a:rPr lang="fr-FR" sz="900" baseline="30000" dirty="0"/>
              <a:t>nd</a:t>
            </a:r>
            <a:r>
              <a:rPr lang="fr-FR" sz="900" dirty="0"/>
              <a:t> niveau</a:t>
            </a:r>
          </a:p>
          <a:p>
            <a:r>
              <a:rPr lang="fr-FR" sz="900" dirty="0"/>
              <a:t>N1 – Note 1</a:t>
            </a:r>
          </a:p>
          <a:p>
            <a:r>
              <a:rPr lang="fr-FR" sz="900" dirty="0"/>
              <a:t>N2 – Note 2</a:t>
            </a:r>
          </a:p>
          <a:p>
            <a:r>
              <a:rPr lang="fr-FR" sz="900" dirty="0"/>
              <a:t>N3 – Note 3</a:t>
            </a:r>
          </a:p>
          <a:p>
            <a:r>
              <a:rPr lang="fr-FR" sz="900" dirty="0"/>
              <a:t>NE – Non Evalué</a:t>
            </a:r>
          </a:p>
          <a:p>
            <a:r>
              <a:rPr lang="fr-FR" sz="900" dirty="0"/>
              <a:t>PAD – Pas d’Amiante Détecté</a:t>
            </a:r>
          </a:p>
          <a:p>
            <a:r>
              <a:rPr lang="fr-FR" sz="900" dirty="0"/>
              <a:t>AD – Amiante Détecté</a:t>
            </a:r>
          </a:p>
          <a:p>
            <a:r>
              <a:rPr lang="fr-FR" sz="900" dirty="0"/>
              <a:t>LNV – Local Non Visité</a:t>
            </a:r>
          </a:p>
          <a:p>
            <a:r>
              <a:rPr lang="fr-FR" sz="900" dirty="0"/>
              <a:t>ZI – Zone Inaccessible</a:t>
            </a:r>
          </a:p>
          <a:p>
            <a:endParaRPr lang="fr-FR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7C2349-3F3B-476E-88F8-121098F106C6}"/>
              </a:ext>
            </a:extLst>
          </p:cNvPr>
          <p:cNvSpPr/>
          <p:nvPr/>
        </p:nvSpPr>
        <p:spPr>
          <a:xfrm>
            <a:off x="2298089" y="3103686"/>
            <a:ext cx="1245212" cy="242830"/>
          </a:xfrm>
          <a:prstGeom prst="rect">
            <a:avLst/>
          </a:prstGeom>
          <a:pattFill prst="lgGrid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E14513-E189-4A13-925C-0E6FA03A2C10}"/>
              </a:ext>
            </a:extLst>
          </p:cNvPr>
          <p:cNvSpPr/>
          <p:nvPr/>
        </p:nvSpPr>
        <p:spPr>
          <a:xfrm>
            <a:off x="2277208" y="3406613"/>
            <a:ext cx="1245212" cy="242830"/>
          </a:xfrm>
          <a:prstGeom prst="rect">
            <a:avLst/>
          </a:prstGeom>
          <a:pattFill prst="lgGrid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D13492F-4438-4EEB-856D-5F287199C179}"/>
              </a:ext>
            </a:extLst>
          </p:cNvPr>
          <p:cNvSpPr/>
          <p:nvPr/>
        </p:nvSpPr>
        <p:spPr>
          <a:xfrm>
            <a:off x="3584207" y="3095035"/>
            <a:ext cx="298697" cy="554407"/>
          </a:xfrm>
          <a:prstGeom prst="rect">
            <a:avLst/>
          </a:prstGeom>
          <a:pattFill prst="lgGrid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AC4A68AD-BE43-4DDC-80E8-F0A655A9E5B4}"/>
              </a:ext>
            </a:extLst>
          </p:cNvPr>
          <p:cNvCxnSpPr>
            <a:cxnSpLocks/>
          </p:cNvCxnSpPr>
          <p:nvPr/>
        </p:nvCxnSpPr>
        <p:spPr>
          <a:xfrm flipH="1" flipV="1">
            <a:off x="3235569" y="3511485"/>
            <a:ext cx="749544" cy="11934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8A8D42D4-5046-4225-B595-9287E18453B2}"/>
              </a:ext>
            </a:extLst>
          </p:cNvPr>
          <p:cNvSpPr/>
          <p:nvPr/>
        </p:nvSpPr>
        <p:spPr>
          <a:xfrm>
            <a:off x="4140355" y="5128181"/>
            <a:ext cx="382179" cy="238169"/>
          </a:xfrm>
          <a:prstGeom prst="rect">
            <a:avLst/>
          </a:prstGeom>
          <a:pattFill prst="lgGrid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891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EB26007B6A2F5478D2A7B0ACEA50AC9" ma:contentTypeVersion="16" ma:contentTypeDescription="Create a new document." ma:contentTypeScope="" ma:versionID="766f7f7381efca442f529f8c99c165ca">
  <xsd:schema xmlns:xsd="http://www.w3.org/2001/XMLSchema" xmlns:xs="http://www.w3.org/2001/XMLSchema" xmlns:p="http://schemas.microsoft.com/office/2006/metadata/properties" xmlns:ns3="1c33c2df-c0ce-4cbe-bdd6-f9f3460cbf3c" xmlns:ns4="395fb9ca-a5c9-4e75-98e2-c97b31ede65d" targetNamespace="http://schemas.microsoft.com/office/2006/metadata/properties" ma:root="true" ma:fieldsID="a9f298e76c1dd08e2aee80d8638e08b8" ns3:_="" ns4:_="">
    <xsd:import namespace="1c33c2df-c0ce-4cbe-bdd6-f9f3460cbf3c"/>
    <xsd:import namespace="395fb9ca-a5c9-4e75-98e2-c97b31ede6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3c2df-c0ce-4cbe-bdd6-f9f3460cbf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5fb9ca-a5c9-4e75-98e2-c97b31ede65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33c2df-c0ce-4cbe-bdd6-f9f3460cbf3c" xsi:nil="true"/>
  </documentManagement>
</p:properties>
</file>

<file path=customXml/itemProps1.xml><?xml version="1.0" encoding="utf-8"?>
<ds:datastoreItem xmlns:ds="http://schemas.openxmlformats.org/officeDocument/2006/customXml" ds:itemID="{10D54EBB-57D9-48E8-9A3D-386D8CB164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33c2df-c0ce-4cbe-bdd6-f9f3460cbf3c"/>
    <ds:schemaRef ds:uri="395fb9ca-a5c9-4e75-98e2-c97b31ede6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DDB64E-E1A7-4A42-A884-A5A9ED76DE3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8238472-5407-43BC-8837-8FBF279521A1}">
  <ds:schemaRefs>
    <ds:schemaRef ds:uri="395fb9ca-a5c9-4e75-98e2-c97b31ede65d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1c33c2df-c0ce-4cbe-bdd6-f9f3460cbf3c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160</Words>
  <Application>Microsoft Office PowerPoint</Application>
  <PresentationFormat>Affichage à l'écran (4:3)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Lionel Tissot Bez</dc:creator>
  <cp:keywords/>
  <dc:description>generated using python-pptx</dc:description>
  <cp:lastModifiedBy>Lionel Tissot Bez</cp:lastModifiedBy>
  <cp:revision>13</cp:revision>
  <dcterms:created xsi:type="dcterms:W3CDTF">2013-01-27T09:14:16Z</dcterms:created>
  <dcterms:modified xsi:type="dcterms:W3CDTF">2025-10-20T10:01:22Z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0x0101003EB26007B6A2F5478D2A7B0ACEA50AC9</vt:lpwstr>
  </property>
</Properties>
</file>